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EF833"/>
                </a:solidFill>
                <a:latin typeface="Calibri"/>
              </a:rPr>
              <a:t>PITCH COMMERCIAL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COMMOHEDGE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EF833"/>
                </a:solidFill>
                <a:latin typeface="Calibri"/>
              </a:rPr>
              <a:t>Commodity hedging &amp; intelligence terminal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2044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CE2F7"/>
                </a:solidFill>
                <a:latin typeface="Calibri"/>
              </a:rPr>
              <a:t>Pricer, couvrir, monitorer et contextualiser le risque matières premières
(et FX) dans une workstation professionnelle unique.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37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1CAAF"/>
                </a:solidFill>
                <a:latin typeface="Calibri"/>
              </a:rPr>
              <a:t>Pour trésoriers corporate · desks commodity · brokers · shipping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1CAAF"/>
                </a:solidFill>
                <a:latin typeface="Calibri"/>
              </a:rPr>
              <a:t>COMMOHEDGE  ·  Commodity hedging &amp; intelligence terminal  · 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1CAAF"/>
                </a:solidFill>
                <a:latin typeface="Calibri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0" cy="64008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1CAAF"/>
                </a:solidFill>
                <a:latin typeface="Calibri"/>
              </a:rPr>
              <a:t>Structure de la présentation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640080" cy="438912"/>
          </a:xfrm>
          <a:prstGeom prst="roundRect">
            <a:avLst>
              <a:gd name="adj" fmla="val 20000"/>
            </a:avLst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3600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276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Le problème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640080" cy="438912"/>
          </a:xfrm>
          <a:prstGeom prst="roundRect">
            <a:avLst>
              <a:gd name="adj" fmla="val 20000"/>
            </a:avLst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2199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3600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22199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La solution CommoHedge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43200"/>
            <a:ext cx="640080" cy="438912"/>
          </a:xfrm>
          <a:prstGeom prst="roundRect">
            <a:avLst>
              <a:gd name="adj" fmla="val 20000"/>
            </a:avLst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163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3600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8163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Modules &amp; fonctionnalités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37560"/>
            <a:ext cx="640080" cy="438912"/>
          </a:xfrm>
          <a:prstGeom prst="roundRect">
            <a:avLst>
              <a:gd name="adj" fmla="val 20000"/>
            </a:avLst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107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3600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4107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Instruments &amp; modèles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31920"/>
            <a:ext cx="640080" cy="438912"/>
          </a:xfrm>
          <a:prstGeom prst="roundRect">
            <a:avLst>
              <a:gd name="adj" fmla="val 20000"/>
            </a:avLst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0507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3600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0050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Cibles &amp; différenciation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526280"/>
            <a:ext cx="640080" cy="438912"/>
          </a:xfrm>
          <a:prstGeom prst="roundRect">
            <a:avLst>
              <a:gd name="adj" fmla="val 20000"/>
            </a:avLst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994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3600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5994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Parcours démo &amp; packaging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120640"/>
            <a:ext cx="640080" cy="438912"/>
          </a:xfrm>
          <a:prstGeom prst="roundRect">
            <a:avLst>
              <a:gd name="adj" fmla="val 20000"/>
            </a:avLst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19379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3600"/>
                </a:solidFill>
                <a:latin typeface="Calibr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519379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Closing &amp; prochaines étapes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1CAAF"/>
                </a:solidFill>
                <a:latin typeface="Calibri"/>
              </a:rPr>
              <a:t>COMMOHEDGE  ·  Commodity hedging &amp; intelligence terminal  ·  Confidentiel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1CAAF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0" cy="64008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Le problème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1CAAF"/>
                </a:solidFill>
                <a:latin typeface="Calibri"/>
              </a:rPr>
              <a:t>Pourquoi les équipes mid-market restent fragiles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3611880" cy="347472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640080" cy="73152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Coût des terminaux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Bloomberg / Murex / stacks quant = budget et IT hors de portée pour beaucoup de corporates.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91640"/>
            <a:ext cx="3611880" cy="347472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965960"/>
            <a:ext cx="640080" cy="73152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240280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Outils fragmentés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8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Pricing Excel, expositions ailleurs, news ailleurs, freight ailleurs — aucune boucle unifiée.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611880" cy="347472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60" y="1965960"/>
            <a:ext cx="640080" cy="73152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240280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Risque opaque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2608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Barriers &amp; digitals mal pricés, VaR approximatif, pas de lien stratégie → book → comité.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1CAAF"/>
                </a:solidFill>
                <a:latin typeface="Calibri"/>
              </a:rPr>
              <a:t>COMMOHEDGE  ·  Commodity hedging &amp; intelligence terminal  ·  Confidentiel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1CAAF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0" cy="64008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La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1CAAF"/>
                </a:solidFill>
                <a:latin typeface="Calibri"/>
              </a:rPr>
              <a:t>Une phrase d'accroche pour ouvrir le meeting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11155680" cy="219456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CommoHedge remplace le patchwork Excel + Bloomberg + mails banque
par un terminal unique : pricing desk-grade, book de couverture avec MTM,
data marché (futures / vol / freight) et intelligence géopolitique.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160520"/>
            <a:ext cx="2743200" cy="155448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43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EF833"/>
                </a:solidFill>
                <a:latin typeface="Calibri"/>
              </a:rPr>
              <a:t>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8006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E2F7"/>
                </a:solidFill>
                <a:latin typeface="Calibri"/>
              </a:rPr>
              <a:t>Black-76, barriers, MC, Greeks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4160520"/>
            <a:ext cx="2743200" cy="155448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4343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EF833"/>
                </a:solidFill>
                <a:latin typeface="Calibri"/>
              </a:rPr>
              <a:t>HEDGE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48006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E2F7"/>
                </a:solidFill>
                <a:latin typeface="Calibri"/>
              </a:rPr>
              <a:t>Exposures → book → MTM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160520"/>
            <a:ext cx="2743200" cy="155448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343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EF833"/>
                </a:solidFill>
                <a:latin typeface="Calibri"/>
              </a:rPr>
              <a:t>MEASURE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8006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E2F7"/>
                </a:solidFill>
                <a:latin typeface="Calibri"/>
              </a:rPr>
              <a:t>VaR, stress, reports PDF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4160520"/>
            <a:ext cx="2743200" cy="155448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4343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EF833"/>
                </a:solidFill>
                <a:latin typeface="Calibri"/>
              </a:rPr>
              <a:t>SENSE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48006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E2F7"/>
                </a:solidFill>
                <a:latin typeface="Calibri"/>
              </a:rPr>
              <a:t>Data + Intel +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1CAAF"/>
                </a:solidFill>
                <a:latin typeface="Calibri"/>
              </a:rPr>
              <a:t>COMMOHEDGE  ·  Commodity hedging &amp; intelligence terminal  ·  Confidentiel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1CAAF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0" cy="64008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Proposition de valeur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1CAAF"/>
                </a:solidFill>
                <a:latin typeface="Calibri"/>
              </a:rPr>
              <a:t>Ce que gagne le client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11155680" cy="128016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1645920" cy="502920"/>
          </a:xfrm>
          <a:prstGeom prst="roundRect">
            <a:avLst>
              <a:gd name="adj" fmla="val 20000"/>
            </a:avLst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299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3600"/>
                </a:solidFill>
                <a:latin typeface="Calibri"/>
              </a:rPr>
              <a:t>Réduire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920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Coût &amp; dépendance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331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Moins de licences terminal et de spreadsheets non gouvernés.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063240"/>
            <a:ext cx="11155680" cy="128016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3383280"/>
            <a:ext cx="1645920" cy="502920"/>
          </a:xfrm>
          <a:prstGeom prst="roundRect">
            <a:avLst>
              <a:gd name="adj" fmla="val 20000"/>
            </a:avLst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44728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3600"/>
                </a:solidFill>
                <a:latin typeface="Calibri"/>
              </a:rPr>
              <a:t>Accélérer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337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Décision de couverture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749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De l'idée de structure au PDF comité en une session.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480560"/>
            <a:ext cx="11155680" cy="128016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800600"/>
            <a:ext cx="1645920" cy="502920"/>
          </a:xfrm>
          <a:prstGeom prst="roundRect">
            <a:avLst>
              <a:gd name="adj" fmla="val 20000"/>
            </a:avLst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8646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3600"/>
                </a:solidFill>
                <a:latin typeface="Calibri"/>
              </a:rPr>
              <a:t>Sécuriser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754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Gouvernance risque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166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Rôles, sync cloud, MTM, VaR / stress traçables.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1CAAF"/>
                </a:solidFill>
                <a:latin typeface="Calibri"/>
              </a:rPr>
              <a:t>COMMOHEDGE  ·  Commodity hedging &amp; intelligence terminal  ·  Confidentiel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1CAAF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0" cy="64008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Cartographie produit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1CAAF"/>
                </a:solidFill>
                <a:latin typeface="Calibri"/>
              </a:rPr>
              <a:t>6 modules — 20+ pages métier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EF833"/>
                </a:solidFill>
                <a:latin typeface="Calibri"/>
              </a:rPr>
              <a:t>Pricing &amp;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Pricers, Strategy Builder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E2F7"/>
                </a:solidFill>
                <a:latin typeface="Calibri"/>
              </a:rPr>
              <a:t>Structures multi-jambes, stress, backtest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EF833"/>
                </a:solidFill>
                <a:latin typeface="Calibri"/>
              </a:rPr>
              <a:t>Risk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286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Exposures, Hedging, Positions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974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E2F7"/>
                </a:solidFill>
                <a:latin typeface="Calibri"/>
              </a:rPr>
              <a:t>Boucle exposition → couverture → MTM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EF833"/>
                </a:solidFill>
                <a:latin typeface="Calibri"/>
              </a:rPr>
              <a:t>Risk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86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Risk, Regression, Reports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974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E2F7"/>
                </a:solidFill>
                <a:latin typeface="Calibri"/>
              </a:rPr>
              <a:t>VaR / ES, stress, export PDF &amp; 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947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EF833"/>
                </a:solidFill>
                <a:latin typeface="Calibri"/>
              </a:rPr>
              <a:t>Market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Market, Terminal, Rates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920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E2F7"/>
                </a:solidFill>
                <a:latin typeface="Calibri"/>
              </a:rPr>
              <a:t>Futures, options, vol surface 3D, courbes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7947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EF833"/>
                </a:solidFill>
                <a:latin typeface="Calibri"/>
              </a:rPr>
              <a:t>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480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Intel Workspace, Map, News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8920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E2F7"/>
                </a:solidFill>
                <a:latin typeface="Calibri"/>
              </a:rPr>
              <a:t>Géopolitique, AIS, macro, freight context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7947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EF833"/>
                </a:solidFill>
                <a:latin typeface="Calibri"/>
              </a:rPr>
              <a:t>AI &amp; Admin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480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Hedge Assistant, Users, Settings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8920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E2F7"/>
                </a:solidFill>
                <a:latin typeface="Calibri"/>
              </a:rPr>
              <a:t>Conseil IA, rôles, white-label, sync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1CAAF"/>
                </a:solidFill>
                <a:latin typeface="Calibri"/>
              </a:rPr>
              <a:t>COMMOHEDGE  ·  Commodity hedging &amp; intelligence terminal  ·  Confidentiel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1CAAF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0" cy="64008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Instruments &amp; modèles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1CAAF"/>
                </a:solidFill>
                <a:latin typeface="Calibri"/>
              </a:rPr>
              <a:t>Crédibilité desk — au-delà d'Excel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EF833"/>
                </a:solidFill>
                <a:latin typeface="Calibri"/>
              </a:rPr>
              <a:t>Catalogue instruments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▸  Forwards &amp; Swaps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▸  Vanillas Call / 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832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▸  Barriers KO / KI (single, reverse, double)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▸  Digitals &amp; touches (one-touch, no-touch, range)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891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▸  Structures multi-jambes &amp; zero-cost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020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EF833"/>
                </a:solidFill>
                <a:latin typeface="Calibri"/>
              </a:rPr>
              <a:t>Moteur de pricing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774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▸  Black-76 (options sur forward)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803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▸  Black-Scholes &amp; Garman-Kohlhagen (FX)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3832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▸  Barriers closed-form + Monte Carlo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8862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▸  Greeks : Δ Γ Θ Vega Rho + IV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3891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▸  Cost of carry · courbes de taux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1CAAF"/>
                </a:solidFill>
                <a:latin typeface="Calibri"/>
              </a:rPr>
              <a:t>COMMOHEDGE  ·  Commodity hedging &amp; intelligence terminal  ·  Confidentiel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1CAAF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0" cy="64008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Univers couvert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1CAAF"/>
                </a:solidFill>
                <a:latin typeface="Calibri"/>
              </a:rPr>
              <a:t>26+ commodités · FX · rates · freight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EF833"/>
                </a:solidFill>
                <a:latin typeface="Calibri"/>
              </a:rPr>
              <a:t>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755648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WTI · Brent · NatGas · Heating Oil · RBOB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42316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243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EF833"/>
                </a:solidFill>
                <a:latin typeface="Calibri"/>
              </a:rPr>
              <a:t>METALS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624328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Gold · Silver · Platinum · Palladium · Cu · Al · Zn · Ni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9184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4930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EF833"/>
                </a:solidFill>
                <a:latin typeface="Calibri"/>
              </a:rPr>
              <a:t>AGRI / LIVESTOCK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493008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Corn · Wheat · Soy · Coffee · Sugar · Cotton · Cattle · Hogs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60519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61687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EF833"/>
                </a:solidFill>
                <a:latin typeface="Calibri"/>
              </a:rPr>
              <a:t>FREIGHT / BUNKER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361687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Baltic / routes container &amp; dirty · Ship &amp; Bunker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02920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2303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EF833"/>
                </a:solidFill>
                <a:latin typeface="Calibri"/>
              </a:rPr>
              <a:t>FX &amp; RATES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230368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Garman-Kohlhagen · USD EUR GBP JPY CHF CAD SGD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1CAAF"/>
                </a:solidFill>
                <a:latin typeface="Calibri"/>
              </a:rPr>
              <a:t>COMMOHEDGE  ·  Commodity hedging &amp; intelligence terminal  ·  Confidentiel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1CAAF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0" cy="64008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À qui vendre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1CAAF"/>
                </a:solidFill>
                <a:latin typeface="Calibri"/>
              </a:rPr>
              <a:t>Segments prioritaires &amp; angles de pitch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1CAAF"/>
                </a:solidFill>
                <a:latin typeface="Calibri"/>
              </a:rPr>
              <a:t>SEGMENT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1CAAF"/>
                </a:solidFill>
                <a:latin typeface="Calibri"/>
              </a:rPr>
              <a:t>BESOIN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5087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1CAAF"/>
                </a:solidFill>
                <a:latin typeface="Calibri"/>
              </a:rPr>
              <a:t>ANGLE PITCH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30551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Trésorerie corporate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30551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E2F7"/>
                </a:solidFill>
                <a:latin typeface="Calibri"/>
              </a:rPr>
              <a:t>Couvrir énergie / métaux / agri sans desk banque complet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130551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EF833"/>
                </a:solidFill>
                <a:latin typeface="Calibri"/>
              </a:rPr>
              <a:t>Workstation Bloomberg-light, décision en minutes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80359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136391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Trading houses / brokers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136391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E2F7"/>
                </a:solidFill>
                <a:latin typeface="Calibri"/>
              </a:rPr>
              <a:t>Pricers client-facing + book de couverture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136391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EF833"/>
                </a:solidFill>
                <a:latin typeface="Calibri"/>
              </a:rPr>
              <a:t>Terminal desk + packs PDF commerciaux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86199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142231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Freight &amp; shipping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142231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E2F7"/>
                </a:solidFill>
                <a:latin typeface="Calibri"/>
              </a:rPr>
              <a:t>Bunker, freight et énergie sur le même écran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142231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EF833"/>
                </a:solidFill>
                <a:latin typeface="Calibri"/>
              </a:rPr>
              <a:t>Différenciateur rare vs outils metals/oil seuls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892039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148071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Cabinets / white-label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148071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E2F7"/>
                </a:solidFill>
                <a:latin typeface="Calibri"/>
              </a:rPr>
              <a:t>Plateforme marque client + gouvernance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148071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EF833"/>
                </a:solidFill>
                <a:latin typeface="Calibri"/>
              </a:rPr>
              <a:t>Logo, company settings, rôles Admin → Viewer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1CAAF"/>
                </a:solidFill>
                <a:latin typeface="Calibri"/>
              </a:rPr>
              <a:t>COMMOHEDGE  ·  Commodity hedging &amp; intelligence terminal  ·  Confidentiel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1CAAF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0" cy="64008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Différenciation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1CAAF"/>
                </a:solidFill>
                <a:latin typeface="Calibri"/>
              </a:rPr>
              <a:t>Pourquoi CommoHedge gagne le mid-market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vs Bloomberg / Refinitiv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828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1CAAF"/>
                </a:solidFill>
                <a:latin typeface="Calibri"/>
              </a:rPr>
              <a:t>Coût &amp; complexité trop élevés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8288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EF833"/>
                </a:solidFill>
                <a:latin typeface="Calibri"/>
              </a:rPr>
              <a:t>80% de la valeur hedge desk à une fraction du coût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vs Excel + VBA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880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1CAAF"/>
                </a:solidFill>
                <a:latin typeface="Calibri"/>
              </a:rPr>
              <a:t>Fragile, non auditable, pas de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8803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EF833"/>
                </a:solidFill>
                <a:latin typeface="Calibri"/>
              </a:rPr>
              <a:t>Modèles institutionnels + workflow expositions/MTM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657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vs Pricers bancaires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931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1CAAF"/>
                </a:solidFill>
                <a:latin typeface="Calibri"/>
              </a:rPr>
              <a:t>Opaque, lent, siloté FX vs commodités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9319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EF833"/>
                </a:solidFill>
                <a:latin typeface="Calibri"/>
              </a:rPr>
              <a:t>ADN FX + commodités dans un seul terminal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709159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98347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vs Outils risk purs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98347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1CAAF"/>
                </a:solidFill>
                <a:latin typeface="Calibri"/>
              </a:rPr>
              <a:t>Analytique sans data ni intel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983479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EF833"/>
                </a:solidFill>
                <a:latin typeface="Calibri"/>
              </a:rPr>
              <a:t>Pricing + data + intel + AI intégrés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1CAAF"/>
                </a:solidFill>
                <a:latin typeface="Calibri"/>
              </a:rPr>
              <a:t>COMMOHEDGE  ·  Commodity hedging &amp; intelligence terminal  ·  Confidentiel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1CAAF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0" cy="64008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Script démo (20–25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1CAAF"/>
                </a:solidFill>
                <a:latin typeface="Calibri"/>
              </a:rPr>
              <a:t>Ordre recommandé pour convaincre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AEF833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Landing + Request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E2F7"/>
                </a:solidFill>
                <a:latin typeface="Calibri"/>
              </a:rPr>
              <a:t>Positionnement terminal + funnel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874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AEF833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774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Commodity Market / Data 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E2F7"/>
                </a:solidFill>
                <a:latin typeface="Calibri"/>
              </a:rPr>
              <a:t>Crédibilité data : spots, futures, vol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4592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874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AEF833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774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Strategy Builder + Pricers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E2F7"/>
                </a:solidFill>
                <a:latin typeface="Calibri"/>
              </a:rPr>
              <a:t>Cœur produit : structure &amp; payoff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9476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AEF833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262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Exposures → Hedging → MTM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74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E2F7"/>
                </a:solidFill>
                <a:latin typeface="Calibri"/>
              </a:rPr>
              <a:t>Preuve opérationnelle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79476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AEF833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5262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Risk Analysis + Reports PDF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5074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E2F7"/>
                </a:solidFill>
                <a:latin typeface="Calibri"/>
              </a:rPr>
              <a:t>Langage comité / direction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79476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AEF833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5262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Intel Workspace + Hedge Assistant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074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E2F7"/>
                </a:solidFill>
                <a:latin typeface="Calibri"/>
              </a:rPr>
              <a:t>Wow factor géopolitique + 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1CAAF"/>
                </a:solidFill>
                <a:latin typeface="Calibri"/>
              </a:rPr>
              <a:t>COMMOHEDGE  ·  Commodity hedging &amp; intelligence terminal  ·  Confidentiel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1CAAF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0" cy="64008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Packaging commercial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1CAAF"/>
                </a:solidFill>
                <a:latin typeface="Calibri"/>
              </a:rPr>
              <a:t>3 offres pour cadrer la négociation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3611880" cy="411480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EF833"/>
                </a:solidFill>
                <a:latin typeface="Calibri"/>
              </a:rPr>
              <a:t>ESSENTIEL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Core Hedge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3063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Dashboard, Exposures, Hedging,
Strategy Builder, Pricers, Risk,
Reports.
Idéal trésorerie.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3611880" cy="411480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645920"/>
            <a:ext cx="3611880" cy="109728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659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EF833"/>
                </a:solidFill>
                <a:latin typeface="Calibri"/>
              </a:rPr>
              <a:t>RECOMMANDÉ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3172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Desk Pro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71800"/>
            <a:ext cx="3063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Core +
Commodity Market +
Data Terminal +
Rate Explorer +
Hedge Assistant.
Pour desks &amp; brokers.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45920"/>
            <a:ext cx="3611880" cy="411480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9659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EF833"/>
                </a:solidFill>
                <a:latin typeface="Calibri"/>
              </a:rPr>
              <a:t>PREMIUM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33172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971800"/>
            <a:ext cx="3063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Desk Pro +
Intel Workspace,
World Map, news,
white-label,
SSO / admin avancé.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1CAAF"/>
                </a:solidFill>
                <a:latin typeface="Calibri"/>
              </a:rPr>
              <a:t>COMMOHEDGE  ·  Commodity hedging &amp; intelligence terminal  ·  Confidentiel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1CAAF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0" cy="64008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Objections &amp; réponses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1CAAF"/>
                </a:solidFill>
                <a:latin typeface="Calibri"/>
              </a:rPr>
              <a:t>Anticiper pour closer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577840" cy="201168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EF833"/>
                </a:solidFill>
                <a:latin typeface="Calibri"/>
              </a:rPr>
              <a:t>« On a déjà Bloomberg 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E2F7"/>
                </a:solidFill>
                <a:latin typeface="Calibri"/>
              </a:rPr>
              <a:t>CommoHedge n'est pas un remplacement data desk : c'est le workstation hedge opérationnel (stratégie → book → risk) que Bloomberg seul ne structure pas pour la trésorerie mid-market.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00200"/>
            <a:ext cx="5577840" cy="201168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EF833"/>
                </a:solidFill>
                <a:latin typeface="Calibri"/>
              </a:rPr>
              <a:t>« Excel nous suffit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7744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E2F7"/>
                </a:solidFill>
                <a:latin typeface="Calibri"/>
              </a:rPr>
              <a:t>Excel ne gère pas barriers/MC audités, book multi-users, MTM live, rôles, ni intel freight/géopolitique dans le même flux.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794760"/>
            <a:ext cx="5577840" cy="201168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023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EF833"/>
                </a:solidFill>
                <a:latin typeface="Calibri"/>
              </a:rPr>
              <a:t>« Et l'IFRS 9 ?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7200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E2F7"/>
                </a:solidFill>
                <a:latin typeface="Calibri"/>
              </a:rPr>
              <a:t>Flags hedge accounting présents — positionner comme support opérationnel, pas moteur comptable complet. Roadmap / intégration ERP possible.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794760"/>
            <a:ext cx="5577840" cy="2011680"/>
          </a:xfrm>
          <a:prstGeom prst="roundRect">
            <a:avLst>
              <a:gd name="adj" fmla="val 8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023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EF833"/>
                </a:solidFill>
                <a:latin typeface="Calibri"/>
              </a:rPr>
              <a:t>« Qualité des data ?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57200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E2F7"/>
                </a:solidFill>
                <a:latin typeface="Calibri"/>
              </a:rPr>
              <a:t>Terminal futures/options/vol intégré. Pour deals institutionnels : connecteurs licensed en option Enterprise.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1CAAF"/>
                </a:solidFill>
                <a:latin typeface="Calibri"/>
              </a:rPr>
              <a:t>COMMOHEDGE  ·  Commodity hedging &amp; intelligence terminal  ·  Confidentiel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1CAAF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EF833"/>
                </a:solidFill>
                <a:latin typeface="Calibri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3 phrases à retenir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651760"/>
            <a:ext cx="411480" cy="411480"/>
          </a:xfrm>
          <a:prstGeom prst="ellipse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3600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697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CE2F7"/>
                </a:solidFill>
                <a:latin typeface="Calibri"/>
              </a:rPr>
              <a:t>Un terminal hedge commodités (et FX) — pas une collection d'outils.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429000"/>
            <a:ext cx="411480" cy="411480"/>
          </a:xfrm>
          <a:prstGeom prst="ellipse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4747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3600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474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CE2F7"/>
                </a:solidFill>
                <a:latin typeface="Calibri"/>
              </a:rPr>
              <a:t>Du pricing exotique au reporting comité, dans le même parcours.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206240"/>
            <a:ext cx="411480" cy="411480"/>
          </a:xfrm>
          <a:prstGeom prst="ellipse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25196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3600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251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CE2F7"/>
                </a:solidFill>
                <a:latin typeface="Calibri"/>
              </a:rPr>
              <a:t>Data marché + freight + intel géopolitique : l'avantage que le mid-market n'a presque jamais.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EF833"/>
                </a:solidFill>
                <a:latin typeface="Calibri"/>
              </a:rPr>
              <a:t>Prochaine étape : démo guidée 25 min  ·  request access  ·  POC sur votre 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1CAAF"/>
                </a:solidFill>
                <a:latin typeface="Calibri"/>
              </a:rPr>
              <a:t>COMMOHEDGE  ·  Commodity hedging &amp; intelligence terminal  ·  Confidentiel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1CAAF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